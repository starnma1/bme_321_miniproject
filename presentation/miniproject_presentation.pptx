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4660"/>
  </p:normalViewPr>
  <p:slideViewPr>
    <p:cSldViewPr snapToGrid="0">
      <p:cViewPr varScale="1">
        <p:scale>
          <a:sx n="90" d="100"/>
          <a:sy n="90" d="100"/>
        </p:scale>
        <p:origin x="87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A62E7-6BC0-373B-7534-7D5A8C1DFF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CDD65E-BB0C-0092-1E31-5A7D698DD0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E5D9B-CF2A-4650-E4F8-974341B93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BD42E-0C61-8352-834C-D91FFB4E0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883BB-BCE6-5DF0-B678-25F554223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26797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3F4DD-B9C6-AC55-7F17-F0F1A9165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365D4-767B-2A34-D947-482730599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BEB5B-8A59-89B8-E2D2-5517383C6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5100B6-FA91-9C8D-DBA9-277781114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6F67F-269E-0D7F-B91D-52A11A4E6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38268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327E3-20D5-5993-F26F-46FBFF797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32070-AB16-D40B-5C06-FCD5613BD7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1230EC-BFD3-0226-CB9C-DAD120E59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3491D-B51E-A140-AE10-448612E7C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9D24C-E55C-2225-70D2-1F23FC7CE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81511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92364-0893-F8D5-D8E7-D262A8BDC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DDDC-1558-2F2B-A10A-E5BE47F668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AC9B08-0B17-0686-CC90-D2C67FAD98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1EAC86-4030-26C9-DE73-0BC61837E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A606E9-5E97-9143-8E9F-E5F082B27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4DFBE-43E2-293A-1D52-7D8855F0C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10246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CF88-CAA8-E36F-1F6F-73C7ACE04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EC1677-A0EE-FD29-ADBF-519EED257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ECE930-398C-874C-B5D6-716C4DC47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08A8E6-27F7-78AD-C519-E1AD6D8F55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806E20-41E6-D9AD-A8F5-5652C3E6F9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823891-93AC-24E9-5310-58FB8AD4E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BBD0E3-FB6D-BAD3-73E7-1567744FE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73334-9990-A2D1-857E-2DA98E69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487652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EBED8-E36F-7D1A-42EB-037E76691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1B1AD2-CFC3-B538-20A3-50D95FAAC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677D77-E6DF-96F8-2C7D-54CEDAD4A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2937D1-7B2F-AA89-D88D-78F35085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0760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C224DF-746D-CAA8-F3F6-21B44DA88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B3A446-6752-5440-02B9-F96CFA330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16F51-36F5-F263-9023-15D50C4AB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89713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B2AD7-6165-1729-53B2-7593E57DE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AE7B8-63F7-E22D-C618-607265244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2CAC35-A04B-BDF3-FFC3-3CEC690CA2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C6737-375A-0C7D-1B7F-DB5E89CF5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574CC6-9389-5437-39CA-1489E9678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1CB848-4EEA-1FBF-4F1E-1FF5F062F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54177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73816-3071-265E-4A53-739FC8B56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882423-DA9D-504D-3FB8-922325B517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1A941-169D-3C1C-3A5B-652F73BF21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1ADDB-7E4B-A602-0E6B-4FD40A1ED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D49048-BA64-8DDA-5378-3760D729C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74161F-59B8-C4AA-6CFA-9721A8C3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07896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51AD4-AE12-45F1-B1F3-94B20007B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83A48-E820-83D4-7D37-99278E2994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514B1-F9A0-BEE9-DE17-174518C59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0DC7B-8EA0-CDBA-E675-B4A42F792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0DFF0-8E21-BDE9-C1BB-DA1719D6B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48146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D483B7-8899-F096-CCF2-10F5038B2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AD0FA7-0474-236A-DC03-F1F5210995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450C5-53FE-B068-8A2A-84AA052D7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6C88A7-667C-649F-FFAE-56A58498F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2677D-238F-CB8A-B059-794F34CE0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493055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C32A28-B807-80C9-DB8C-39C4AC40E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55851F-3419-500B-DF78-0C27F983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6E7ED-12B3-BE2A-1CCA-EEEF865E8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772E27-C0FA-6C14-EEDE-43A0B932BA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AF6934-B193-3DD6-D7C9-B54FB0305C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15043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3A7F5-1844-D09D-3771-404962B88B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Colour</a:t>
            </a:r>
            <a:r>
              <a:rPr lang="en-US" sz="3600" dirty="0"/>
              <a:t> change and </a:t>
            </a:r>
            <a:r>
              <a:rPr lang="en-US" sz="3600" dirty="0" err="1"/>
              <a:t>behavioural</a:t>
            </a:r>
            <a:r>
              <a:rPr lang="en-US" sz="3600" dirty="0"/>
              <a:t> choice facilitate</a:t>
            </a:r>
            <a:br>
              <a:rPr lang="en-US" sz="3600" dirty="0"/>
            </a:br>
            <a:r>
              <a:rPr lang="en-US" sz="3600" dirty="0"/>
              <a:t>chameleon prawn camouflage against different</a:t>
            </a:r>
            <a:br>
              <a:rPr lang="en-US" sz="3600" dirty="0"/>
            </a:br>
            <a:r>
              <a:rPr lang="en-US" sz="3600" dirty="0"/>
              <a:t>seaweed backgrounds</a:t>
            </a:r>
            <a:endParaRPr lang="en-CH" sz="3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75253-4FCE-15A9-1F08-E520F19D7C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A </a:t>
            </a:r>
            <a:r>
              <a:rPr lang="de-CH" dirty="0" err="1"/>
              <a:t>reproducibility</a:t>
            </a:r>
            <a:r>
              <a:rPr lang="de-CH" dirty="0"/>
              <a:t> and GRP </a:t>
            </a:r>
            <a:r>
              <a:rPr lang="de-CH" dirty="0" err="1"/>
              <a:t>analysis</a:t>
            </a:r>
            <a:endParaRPr lang="de-CH" dirty="0"/>
          </a:p>
          <a:p>
            <a:r>
              <a:rPr lang="de-CH" dirty="0"/>
              <a:t>Clint, Mati, Timo</a:t>
            </a:r>
          </a:p>
          <a:p>
            <a:r>
              <a:rPr lang="de-CH" dirty="0"/>
              <a:t>BME 321</a:t>
            </a:r>
          </a:p>
        </p:txBody>
      </p:sp>
    </p:spTree>
    <p:extLst>
      <p:ext uri="{BB962C8B-B14F-4D97-AF65-F5344CB8AC3E}">
        <p14:creationId xmlns:p14="http://schemas.microsoft.com/office/powerpoint/2010/main" val="407159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5773C-1F66-11D1-5497-5C7C5A6C7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C310B-29A8-B70B-69DE-B8313BD22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8311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Colour change and behavioural choice facilitate chameleon prawn camouflage against different seaweed backgrounds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 Payer</dc:creator>
  <cp:lastModifiedBy>Timo Payer</cp:lastModifiedBy>
  <cp:revision>1</cp:revision>
  <dcterms:created xsi:type="dcterms:W3CDTF">2026-04-29T14:04:58Z</dcterms:created>
  <dcterms:modified xsi:type="dcterms:W3CDTF">2026-04-29T14:06:08Z</dcterms:modified>
</cp:coreProperties>
</file>