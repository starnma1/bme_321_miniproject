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1A0D32-7048-4EBC-999B-B8680BBC1F6E}" v="3" dt="2026-04-29T14:25:02.1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90" d="100"/>
          <a:sy n="90" d="100"/>
        </p:scale>
        <p:origin x="87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payer27@gmail.com" userId="7e90483bd88d641e" providerId="LiveId" clId="{33B4280C-14B8-46FE-96E8-14997B42EB38}"/>
    <pc:docChg chg="undo custSel addSld modSld">
      <pc:chgData name="tpayer27@gmail.com" userId="7e90483bd88d641e" providerId="LiveId" clId="{33B4280C-14B8-46FE-96E8-14997B42EB38}" dt="2026-04-30T07:40:31.175" v="1114" actId="20577"/>
      <pc:docMkLst>
        <pc:docMk/>
      </pc:docMkLst>
      <pc:sldChg chg="modSp mod">
        <pc:chgData name="tpayer27@gmail.com" userId="7e90483bd88d641e" providerId="LiveId" clId="{33B4280C-14B8-46FE-96E8-14997B42EB38}" dt="2026-04-29T14:50:10.320" v="1077" actId="20577"/>
        <pc:sldMkLst>
          <pc:docMk/>
          <pc:sldMk cId="568311737" sldId="257"/>
        </pc:sldMkLst>
        <pc:spChg chg="mod">
          <ac:chgData name="tpayer27@gmail.com" userId="7e90483bd88d641e" providerId="LiveId" clId="{33B4280C-14B8-46FE-96E8-14997B42EB38}" dt="2026-04-29T14:11:02.161" v="10" actId="20577"/>
          <ac:spMkLst>
            <pc:docMk/>
            <pc:sldMk cId="568311737" sldId="257"/>
            <ac:spMk id="2" creationId="{3FE5773C-1F66-11D1-5497-5C7C5A6C79CE}"/>
          </ac:spMkLst>
        </pc:spChg>
        <pc:spChg chg="mod">
          <ac:chgData name="tpayer27@gmail.com" userId="7e90483bd88d641e" providerId="LiveId" clId="{33B4280C-14B8-46FE-96E8-14997B42EB38}" dt="2026-04-29T14:50:10.320" v="1077" actId="20577"/>
          <ac:spMkLst>
            <pc:docMk/>
            <pc:sldMk cId="568311737" sldId="257"/>
            <ac:spMk id="3" creationId="{B2EC310B-29A8-B70B-69DE-B8313BD22904}"/>
          </ac:spMkLst>
        </pc:spChg>
      </pc:sldChg>
      <pc:sldChg chg="modSp new mod">
        <pc:chgData name="tpayer27@gmail.com" userId="7e90483bd88d641e" providerId="LiveId" clId="{33B4280C-14B8-46FE-96E8-14997B42EB38}" dt="2026-04-29T14:24:17.202" v="756" actId="5793"/>
        <pc:sldMkLst>
          <pc:docMk/>
          <pc:sldMk cId="401316806" sldId="258"/>
        </pc:sldMkLst>
        <pc:spChg chg="mod">
          <ac:chgData name="tpayer27@gmail.com" userId="7e90483bd88d641e" providerId="LiveId" clId="{33B4280C-14B8-46FE-96E8-14997B42EB38}" dt="2026-04-29T14:18:34.595" v="551" actId="20577"/>
          <ac:spMkLst>
            <pc:docMk/>
            <pc:sldMk cId="401316806" sldId="258"/>
            <ac:spMk id="2" creationId="{A8ED7CDF-D330-A82F-973B-4B6B36C09665}"/>
          </ac:spMkLst>
        </pc:spChg>
        <pc:spChg chg="mod">
          <ac:chgData name="tpayer27@gmail.com" userId="7e90483bd88d641e" providerId="LiveId" clId="{33B4280C-14B8-46FE-96E8-14997B42EB38}" dt="2026-04-29T14:24:17.202" v="756" actId="5793"/>
          <ac:spMkLst>
            <pc:docMk/>
            <pc:sldMk cId="401316806" sldId="258"/>
            <ac:spMk id="3" creationId="{5CF9183D-445C-25C4-6291-EDF4CDACBE96}"/>
          </ac:spMkLst>
        </pc:spChg>
      </pc:sldChg>
      <pc:sldChg chg="modSp new mod">
        <pc:chgData name="tpayer27@gmail.com" userId="7e90483bd88d641e" providerId="LiveId" clId="{33B4280C-14B8-46FE-96E8-14997B42EB38}" dt="2026-04-29T14:19:16.347" v="621" actId="5793"/>
        <pc:sldMkLst>
          <pc:docMk/>
          <pc:sldMk cId="1546665739" sldId="259"/>
        </pc:sldMkLst>
        <pc:spChg chg="mod">
          <ac:chgData name="tpayer27@gmail.com" userId="7e90483bd88d641e" providerId="LiveId" clId="{33B4280C-14B8-46FE-96E8-14997B42EB38}" dt="2026-04-29T14:18:56" v="602" actId="20577"/>
          <ac:spMkLst>
            <pc:docMk/>
            <pc:sldMk cId="1546665739" sldId="259"/>
            <ac:spMk id="2" creationId="{9B2EDE5B-FF14-7646-7A1F-49B8E3A50699}"/>
          </ac:spMkLst>
        </pc:spChg>
        <pc:spChg chg="mod">
          <ac:chgData name="tpayer27@gmail.com" userId="7e90483bd88d641e" providerId="LiveId" clId="{33B4280C-14B8-46FE-96E8-14997B42EB38}" dt="2026-04-29T14:19:16.347" v="621" actId="5793"/>
          <ac:spMkLst>
            <pc:docMk/>
            <pc:sldMk cId="1546665739" sldId="259"/>
            <ac:spMk id="3" creationId="{E02D3514-E1F8-A44C-72EC-82AA96464F45}"/>
          </ac:spMkLst>
        </pc:spChg>
      </pc:sldChg>
      <pc:sldChg chg="addSp delSp modSp new mod">
        <pc:chgData name="tpayer27@gmail.com" userId="7e90483bd88d641e" providerId="LiveId" clId="{33B4280C-14B8-46FE-96E8-14997B42EB38}" dt="2026-04-29T14:29:00.590" v="933" actId="20577"/>
        <pc:sldMkLst>
          <pc:docMk/>
          <pc:sldMk cId="2573603863" sldId="260"/>
        </pc:sldMkLst>
        <pc:spChg chg="mod">
          <ac:chgData name="tpayer27@gmail.com" userId="7e90483bd88d641e" providerId="LiveId" clId="{33B4280C-14B8-46FE-96E8-14997B42EB38}" dt="2026-04-29T14:19:47.309" v="698" actId="20577"/>
          <ac:spMkLst>
            <pc:docMk/>
            <pc:sldMk cId="2573603863" sldId="260"/>
            <ac:spMk id="2" creationId="{59807686-857B-4667-FD35-484CD1486A6C}"/>
          </ac:spMkLst>
        </pc:spChg>
        <pc:spChg chg="del">
          <ac:chgData name="tpayer27@gmail.com" userId="7e90483bd88d641e" providerId="LiveId" clId="{33B4280C-14B8-46FE-96E8-14997B42EB38}" dt="2026-04-29T14:20:15.035" v="699" actId="22"/>
          <ac:spMkLst>
            <pc:docMk/>
            <pc:sldMk cId="2573603863" sldId="260"/>
            <ac:spMk id="3" creationId="{4ED97D5A-69CA-43A5-F539-61D03C119579}"/>
          </ac:spMkLst>
        </pc:spChg>
        <pc:spChg chg="add mod">
          <ac:chgData name="tpayer27@gmail.com" userId="7e90483bd88d641e" providerId="LiveId" clId="{33B4280C-14B8-46FE-96E8-14997B42EB38}" dt="2026-04-29T14:29:00.590" v="933" actId="20577"/>
          <ac:spMkLst>
            <pc:docMk/>
            <pc:sldMk cId="2573603863" sldId="260"/>
            <ac:spMk id="11" creationId="{3C368489-ACDA-5050-D840-05E08B9EC190}"/>
          </ac:spMkLst>
        </pc:spChg>
        <pc:picChg chg="add mod ord">
          <ac:chgData name="tpayer27@gmail.com" userId="7e90483bd88d641e" providerId="LiveId" clId="{33B4280C-14B8-46FE-96E8-14997B42EB38}" dt="2026-04-29T14:20:18.640" v="700" actId="1076"/>
          <ac:picMkLst>
            <pc:docMk/>
            <pc:sldMk cId="2573603863" sldId="260"/>
            <ac:picMk id="5" creationId="{26648917-2D3F-6DC0-C0A5-CEA1CCDF4979}"/>
          </ac:picMkLst>
        </pc:picChg>
        <pc:picChg chg="add mod">
          <ac:chgData name="tpayer27@gmail.com" userId="7e90483bd88d641e" providerId="LiveId" clId="{33B4280C-14B8-46FE-96E8-14997B42EB38}" dt="2026-04-29T14:23:53.475" v="712" actId="1076"/>
          <ac:picMkLst>
            <pc:docMk/>
            <pc:sldMk cId="2573603863" sldId="260"/>
            <ac:picMk id="7" creationId="{6DA10D87-A3BC-3D82-7B6D-168F7106B663}"/>
          </ac:picMkLst>
        </pc:picChg>
        <pc:cxnChg chg="add mod">
          <ac:chgData name="tpayer27@gmail.com" userId="7e90483bd88d641e" providerId="LiveId" clId="{33B4280C-14B8-46FE-96E8-14997B42EB38}" dt="2026-04-29T14:27:18.856" v="901" actId="14100"/>
          <ac:cxnSpMkLst>
            <pc:docMk/>
            <pc:sldMk cId="2573603863" sldId="260"/>
            <ac:cxnSpMk id="9" creationId="{294DB138-1EC6-538F-8DD8-02BB258F8941}"/>
          </ac:cxnSpMkLst>
        </pc:cxnChg>
      </pc:sldChg>
      <pc:sldChg chg="modSp new mod">
        <pc:chgData name="tpayer27@gmail.com" userId="7e90483bd88d641e" providerId="LiveId" clId="{33B4280C-14B8-46FE-96E8-14997B42EB38}" dt="2026-04-30T07:40:31.175" v="1114" actId="20577"/>
        <pc:sldMkLst>
          <pc:docMk/>
          <pc:sldMk cId="3738012847" sldId="261"/>
        </pc:sldMkLst>
        <pc:spChg chg="mod">
          <ac:chgData name="tpayer27@gmail.com" userId="7e90483bd88d641e" providerId="LiveId" clId="{33B4280C-14B8-46FE-96E8-14997B42EB38}" dt="2026-04-29T14:47:53.710" v="954" actId="20577"/>
          <ac:spMkLst>
            <pc:docMk/>
            <pc:sldMk cId="3738012847" sldId="261"/>
            <ac:spMk id="2" creationId="{FFE019AF-14F3-8BBB-6D3F-BC3ADFB90729}"/>
          </ac:spMkLst>
        </pc:spChg>
        <pc:spChg chg="mod">
          <ac:chgData name="tpayer27@gmail.com" userId="7e90483bd88d641e" providerId="LiveId" clId="{33B4280C-14B8-46FE-96E8-14997B42EB38}" dt="2026-04-30T07:40:31.175" v="1114" actId="20577"/>
          <ac:spMkLst>
            <pc:docMk/>
            <pc:sldMk cId="3738012847" sldId="261"/>
            <ac:spMk id="3" creationId="{82D9D260-2761-E4EE-F884-D4F7769E696F}"/>
          </ac:spMkLst>
        </pc:spChg>
      </pc:sldChg>
      <pc:sldChg chg="modSp new mod">
        <pc:chgData name="tpayer27@gmail.com" userId="7e90483bd88d641e" providerId="LiveId" clId="{33B4280C-14B8-46FE-96E8-14997B42EB38}" dt="2026-04-29T14:51:53.229" v="1108" actId="20577"/>
        <pc:sldMkLst>
          <pc:docMk/>
          <pc:sldMk cId="3978538866" sldId="262"/>
        </pc:sldMkLst>
        <pc:spChg chg="mod">
          <ac:chgData name="tpayer27@gmail.com" userId="7e90483bd88d641e" providerId="LiveId" clId="{33B4280C-14B8-46FE-96E8-14997B42EB38}" dt="2026-04-29T14:51:53.229" v="1108" actId="20577"/>
          <ac:spMkLst>
            <pc:docMk/>
            <pc:sldMk cId="3978538866" sldId="262"/>
            <ac:spMk id="2" creationId="{3907596B-4792-8F17-1652-319FEB91C8EF}"/>
          </ac:spMkLst>
        </pc:spChg>
      </pc:sldChg>
      <pc:sldChg chg="new">
        <pc:chgData name="tpayer27@gmail.com" userId="7e90483bd88d641e" providerId="LiveId" clId="{33B4280C-14B8-46FE-96E8-14997B42EB38}" dt="2026-04-30T07:40:24.729" v="1109" actId="680"/>
        <pc:sldMkLst>
          <pc:docMk/>
          <pc:sldMk cId="2115586794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A62E7-6BC0-373B-7534-7D5A8C1DFF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CDD65E-BB0C-0092-1E31-5A7D698DD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E5D9B-CF2A-4650-E4F8-974341B93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77C79-E0EF-4BB8-995A-4050F662F273}" type="datetimeFigureOut">
              <a:rPr lang="en-CH" smtClean="0"/>
              <a:t>30.04.2026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BD42E-0C61-8352-834C-D91FFB4E0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883BB-BCE6-5DF0-B678-25F554223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6A46F-F56B-4627-BD5B-4876768B8A74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26797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3F4DD-B9C6-AC55-7F17-F0F1A9165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365D4-767B-2A34-D947-482730599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BEB5B-8A59-89B8-E2D2-5517383C6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77C79-E0EF-4BB8-995A-4050F662F273}" type="datetimeFigureOut">
              <a:rPr lang="en-CH" smtClean="0"/>
              <a:t>30.04.2026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100B6-FA91-9C8D-DBA9-277781114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6F67F-269E-0D7F-B91D-52A11A4E6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6A46F-F56B-4627-BD5B-4876768B8A74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38268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327E3-20D5-5993-F26F-46FBFF797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32070-AB16-D40B-5C06-FCD5613BD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1230EC-BFD3-0226-CB9C-DAD120E59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77C79-E0EF-4BB8-995A-4050F662F273}" type="datetimeFigureOut">
              <a:rPr lang="en-CH" smtClean="0"/>
              <a:t>30.04.2026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3491D-B51E-A140-AE10-448612E7C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9D24C-E55C-2225-70D2-1F23FC7CE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6A46F-F56B-4627-BD5B-4876768B8A74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81511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92364-0893-F8D5-D8E7-D262A8BDC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9DDDC-1558-2F2B-A10A-E5BE47F668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AC9B08-0B17-0686-CC90-D2C67FAD98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1EAC86-4030-26C9-DE73-0BC61837E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77C79-E0EF-4BB8-995A-4050F662F273}" type="datetimeFigureOut">
              <a:rPr lang="en-CH" smtClean="0"/>
              <a:t>30.04.2026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A606E9-5E97-9143-8E9F-E5F082B27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4DFBE-43E2-293A-1D52-7D8855F0C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6A46F-F56B-4627-BD5B-4876768B8A74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10246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5CF88-CAA8-E36F-1F6F-73C7ACE04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EC1677-A0EE-FD29-ADBF-519EED257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ECE930-398C-874C-B5D6-716C4DC47D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08A8E6-27F7-78AD-C519-E1AD6D8F55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806E20-41E6-D9AD-A8F5-5652C3E6F9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823891-93AC-24E9-5310-58FB8AD4E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77C79-E0EF-4BB8-995A-4050F662F273}" type="datetimeFigureOut">
              <a:rPr lang="en-CH" smtClean="0"/>
              <a:t>30.04.2026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BD0E3-FB6D-BAD3-73E7-1567744FE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473334-9990-A2D1-857E-2DA98E698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6A46F-F56B-4627-BD5B-4876768B8A74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87652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BED8-E36F-7D1A-42EB-037E76691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1B1AD2-CFC3-B538-20A3-50D95FAAC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77C79-E0EF-4BB8-995A-4050F662F273}" type="datetimeFigureOut">
              <a:rPr lang="en-CH" smtClean="0"/>
              <a:t>30.04.2026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677D77-E6DF-96F8-2C7D-54CEDAD4A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2937D1-7B2F-AA89-D88D-78F350855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6A46F-F56B-4627-BD5B-4876768B8A74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07602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C224DF-746D-CAA8-F3F6-21B44DA88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77C79-E0EF-4BB8-995A-4050F662F273}" type="datetimeFigureOut">
              <a:rPr lang="en-CH" smtClean="0"/>
              <a:t>30.04.2026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B3A446-6752-5440-02B9-F96CFA330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16F51-36F5-F263-9023-15D50C4AB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6A46F-F56B-4627-BD5B-4876768B8A74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89713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B2AD7-6165-1729-53B2-7593E57DE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AE7B8-63F7-E22D-C618-607265244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2CAC35-A04B-BDF3-FFC3-3CEC690CA2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C6737-375A-0C7D-1B7F-DB5E89CF5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77C79-E0EF-4BB8-995A-4050F662F273}" type="datetimeFigureOut">
              <a:rPr lang="en-CH" smtClean="0"/>
              <a:t>30.04.2026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574CC6-9389-5437-39CA-1489E9678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1CB848-4EEA-1FBF-4F1E-1FF5F062F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6A46F-F56B-4627-BD5B-4876768B8A74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54177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73816-3071-265E-4A53-739FC8B56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882423-DA9D-504D-3FB8-922325B517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1A941-169D-3C1C-3A5B-652F73BF21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D1ADDB-7E4B-A602-0E6B-4FD40A1ED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77C79-E0EF-4BB8-995A-4050F662F273}" type="datetimeFigureOut">
              <a:rPr lang="en-CH" smtClean="0"/>
              <a:t>30.04.2026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D49048-BA64-8DDA-5378-3760D729C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4161F-59B8-C4AA-6CFA-9721A8C3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6A46F-F56B-4627-BD5B-4876768B8A74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507896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51AD4-AE12-45F1-B1F3-94B20007B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283A48-E820-83D4-7D37-99278E2994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514B1-F9A0-BEE9-DE17-174518C59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77C79-E0EF-4BB8-995A-4050F662F273}" type="datetimeFigureOut">
              <a:rPr lang="en-CH" smtClean="0"/>
              <a:t>30.04.2026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0DC7B-8EA0-CDBA-E675-B4A42F792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0DFF0-8E21-BDE9-C1BB-DA1719D6B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6A46F-F56B-4627-BD5B-4876768B8A74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48146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D483B7-8899-F096-CCF2-10F5038B21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D0FA7-0474-236A-DC03-F1F5210995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450C5-53FE-B068-8A2A-84AA052D7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77C79-E0EF-4BB8-995A-4050F662F273}" type="datetimeFigureOut">
              <a:rPr lang="en-CH" smtClean="0"/>
              <a:t>30.04.2026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C88A7-667C-649F-FFAE-56A58498F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2677D-238F-CB8A-B059-794F34CE0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6A46F-F56B-4627-BD5B-4876768B8A74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93055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C32A28-B807-80C9-DB8C-39C4AC40E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55851F-3419-500B-DF78-0C27F9834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6E7ED-12B3-BE2A-1CCA-EEEF865E8C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677C79-E0EF-4BB8-995A-4050F662F273}" type="datetimeFigureOut">
              <a:rPr lang="en-CH" smtClean="0"/>
              <a:t>30.04.2026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72E27-C0FA-6C14-EEDE-43A0B932B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F6934-B193-3DD6-D7C9-B54FB0305C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26A46F-F56B-4627-BD5B-4876768B8A74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1504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3A7F5-1844-D09D-3771-404962B88B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Colour</a:t>
            </a:r>
            <a:r>
              <a:rPr lang="en-US" sz="3600" dirty="0"/>
              <a:t> change and </a:t>
            </a:r>
            <a:r>
              <a:rPr lang="en-US" sz="3600" dirty="0" err="1"/>
              <a:t>behavioural</a:t>
            </a:r>
            <a:r>
              <a:rPr lang="en-US" sz="3600" dirty="0"/>
              <a:t> choice facilitate</a:t>
            </a:r>
            <a:br>
              <a:rPr lang="en-US" sz="3600" dirty="0"/>
            </a:br>
            <a:r>
              <a:rPr lang="en-US" sz="3600" dirty="0"/>
              <a:t>chameleon prawn camouflage against different</a:t>
            </a:r>
            <a:br>
              <a:rPr lang="en-US" sz="3600" dirty="0"/>
            </a:br>
            <a:r>
              <a:rPr lang="en-US" sz="3600" dirty="0"/>
              <a:t>seaweed backgrounds</a:t>
            </a:r>
            <a:endParaRPr lang="en-CH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75253-4FCE-15A9-1F08-E520F19D7C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/>
              <a:t>A </a:t>
            </a:r>
            <a:r>
              <a:rPr lang="de-CH" dirty="0" err="1"/>
              <a:t>reproducibility</a:t>
            </a:r>
            <a:r>
              <a:rPr lang="de-CH" dirty="0"/>
              <a:t> and GRP </a:t>
            </a:r>
            <a:r>
              <a:rPr lang="de-CH" dirty="0" err="1"/>
              <a:t>analysis</a:t>
            </a:r>
            <a:endParaRPr lang="de-CH" dirty="0"/>
          </a:p>
          <a:p>
            <a:r>
              <a:rPr lang="de-CH" dirty="0"/>
              <a:t>Clint, Mati, Timo</a:t>
            </a:r>
          </a:p>
          <a:p>
            <a:r>
              <a:rPr lang="de-CH" dirty="0"/>
              <a:t>BME 321</a:t>
            </a:r>
          </a:p>
        </p:txBody>
      </p:sp>
    </p:spTree>
    <p:extLst>
      <p:ext uri="{BB962C8B-B14F-4D97-AF65-F5344CB8AC3E}">
        <p14:creationId xmlns:p14="http://schemas.microsoft.com/office/powerpoint/2010/main" val="407159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5773C-1F66-11D1-5497-5C7C5A6C7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Outline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C310B-29A8-B70B-69DE-B8313BD22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Study &amp; Design</a:t>
            </a:r>
          </a:p>
          <a:p>
            <a:r>
              <a:rPr lang="en-US" dirty="0"/>
              <a:t>Transparency and Reproducibility</a:t>
            </a:r>
          </a:p>
          <a:p>
            <a:r>
              <a:rPr lang="en-US" dirty="0"/>
              <a:t>Soundness of Analyses</a:t>
            </a:r>
          </a:p>
          <a:p>
            <a:r>
              <a:rPr lang="en-US" dirty="0"/>
              <a:t>Fulfillment of GRP principles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311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D7CDF-D330-A82F-973B-4B6B36C09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Introduction</a:t>
            </a:r>
            <a:r>
              <a:rPr lang="de-CH" dirty="0"/>
              <a:t> </a:t>
            </a:r>
            <a:r>
              <a:rPr lang="de-CH" dirty="0" err="1"/>
              <a:t>into</a:t>
            </a:r>
            <a:r>
              <a:rPr lang="de-CH" dirty="0"/>
              <a:t> </a:t>
            </a:r>
            <a:r>
              <a:rPr lang="de-CH" dirty="0" err="1"/>
              <a:t>study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9183D-445C-25C4-6291-EDF4CDACB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Summary, etc…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401316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EDE5B-FF14-7646-7A1F-49B8E3A50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Causal</a:t>
            </a:r>
            <a:r>
              <a:rPr lang="de-CH" dirty="0"/>
              <a:t> </a:t>
            </a:r>
            <a:r>
              <a:rPr lang="de-CH" dirty="0" err="1"/>
              <a:t>Reasoning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D3514-E1F8-A44C-72EC-82AA96464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DAGs, etc…</a:t>
            </a:r>
          </a:p>
          <a:p>
            <a:pPr marL="0" indent="0">
              <a:buNone/>
            </a:pP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546665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07686-857B-4667-FD35-484CD1486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Transparency and </a:t>
            </a:r>
            <a:r>
              <a:rPr lang="de-CH" dirty="0" err="1"/>
              <a:t>Reproducibility</a:t>
            </a:r>
            <a:endParaRPr lang="en-C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648917-2D3F-6DC0-C0A5-CEA1CCDF49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33229"/>
            <a:ext cx="6788353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A10D87-A3BC-3D82-7B6D-168F7106B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9225" y="1065637"/>
            <a:ext cx="2381040" cy="5286522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94DB138-1EC6-538F-8DD8-02BB258F8941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6788353" y="3708898"/>
            <a:ext cx="19008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C368489-ACDA-5050-D840-05E08B9EC190}"/>
              </a:ext>
            </a:extLst>
          </p:cNvPr>
          <p:cNvSpPr txBox="1"/>
          <p:nvPr/>
        </p:nvSpPr>
        <p:spPr>
          <a:xfrm>
            <a:off x="0" y="5993459"/>
            <a:ext cx="8689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Note: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above</a:t>
            </a:r>
            <a:r>
              <a:rPr lang="de-CH" dirty="0"/>
              <a:t> </a:t>
            </a:r>
            <a:r>
              <a:rPr lang="de-CH" dirty="0" err="1"/>
              <a:t>illustration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just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show</a:t>
            </a:r>
            <a:r>
              <a:rPr lang="de-CH" dirty="0"/>
              <a:t> </a:t>
            </a:r>
            <a:r>
              <a:rPr lang="de-CH" dirty="0" err="1"/>
              <a:t>what</a:t>
            </a:r>
            <a:r>
              <a:rPr lang="de-CH" dirty="0"/>
              <a:t> I </a:t>
            </a:r>
            <a:r>
              <a:rPr lang="de-CH" dirty="0" err="1"/>
              <a:t>want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include</a:t>
            </a:r>
            <a:r>
              <a:rPr lang="de-CH" dirty="0"/>
              <a:t> in </a:t>
            </a:r>
            <a:r>
              <a:rPr lang="de-CH" dirty="0" err="1"/>
              <a:t>this</a:t>
            </a:r>
            <a:r>
              <a:rPr lang="de-CH" dirty="0"/>
              <a:t> </a:t>
            </a:r>
            <a:r>
              <a:rPr lang="de-CH" dirty="0" err="1"/>
              <a:t>slide</a:t>
            </a:r>
            <a:r>
              <a:rPr lang="de-CH" dirty="0"/>
              <a:t>, </a:t>
            </a:r>
            <a:r>
              <a:rPr lang="de-CH" dirty="0" err="1"/>
              <a:t>screenshots</a:t>
            </a:r>
            <a:r>
              <a:rPr lang="de-CH" dirty="0"/>
              <a:t> </a:t>
            </a:r>
            <a:r>
              <a:rPr lang="de-CH" dirty="0" err="1"/>
              <a:t>need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be</a:t>
            </a:r>
            <a:r>
              <a:rPr lang="de-CH" dirty="0"/>
              <a:t> </a:t>
            </a:r>
            <a:r>
              <a:rPr lang="de-CH" dirty="0" err="1"/>
              <a:t>taken</a:t>
            </a:r>
            <a:r>
              <a:rPr lang="de-CH" dirty="0"/>
              <a:t> </a:t>
            </a:r>
            <a:r>
              <a:rPr lang="de-CH" dirty="0" err="1"/>
              <a:t>again</a:t>
            </a:r>
            <a:r>
              <a:rPr lang="de-CH" dirty="0"/>
              <a:t> 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573603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5AC44-6C77-9ED4-9917-CC408BAAF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8793F-EC8A-9F93-213A-4C50CD70D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15586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019AF-14F3-8BBB-6D3F-BC3ADFB90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Soundness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Analyses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9D260-2761-E4EE-F884-D4F7769E6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Comments_on_analyses/timo.md</a:t>
            </a:r>
          </a:p>
          <a:p>
            <a:r>
              <a:rPr lang="de-CH" dirty="0"/>
              <a:t>Comments_on_analyses/mati.md</a:t>
            </a:r>
          </a:p>
          <a:p>
            <a:r>
              <a:rPr lang="de-CH" dirty="0">
                <a:sym typeface="Wingdings" panose="05000000000000000000" pitchFamily="2" charset="2"/>
              </a:rPr>
              <a:t> </a:t>
            </a:r>
            <a:r>
              <a:rPr lang="de-CH" dirty="0" err="1"/>
              <a:t>Comparison</a:t>
            </a:r>
            <a:endParaRPr lang="de-CH" dirty="0"/>
          </a:p>
          <a:p>
            <a:r>
              <a:rPr lang="de-CH" dirty="0" err="1"/>
              <a:t>etc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738012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7596B-4792-8F17-1652-319FEB91C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Fulfillment </a:t>
            </a:r>
            <a:r>
              <a:rPr lang="de-CH" dirty="0" err="1"/>
              <a:t>of</a:t>
            </a:r>
            <a:r>
              <a:rPr lang="de-CH" dirty="0"/>
              <a:t> GRP </a:t>
            </a:r>
            <a:r>
              <a:rPr lang="de-CH" dirty="0" err="1"/>
              <a:t>principles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33FD8-6A2A-0342-4733-5268A07D6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78538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</Words>
  <Application>Microsoft Office PowerPoint</Application>
  <PresentationFormat>Widescreen</PresentationFormat>
  <Paragraphs>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Office Theme</vt:lpstr>
      <vt:lpstr>Colour change and behavioural choice facilitate chameleon prawn camouflage against different seaweed backgrounds</vt:lpstr>
      <vt:lpstr>Outline</vt:lpstr>
      <vt:lpstr>Introduction into study</vt:lpstr>
      <vt:lpstr>Causal Reasoning</vt:lpstr>
      <vt:lpstr>Transparency and Reproducibility</vt:lpstr>
      <vt:lpstr>PowerPoint Presentation</vt:lpstr>
      <vt:lpstr>Soundness of Analyses</vt:lpstr>
      <vt:lpstr>Fulfillment of GRP principles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 Payer</dc:creator>
  <cp:lastModifiedBy>Timo Payer</cp:lastModifiedBy>
  <cp:revision>1</cp:revision>
  <dcterms:created xsi:type="dcterms:W3CDTF">2026-04-29T14:04:58Z</dcterms:created>
  <dcterms:modified xsi:type="dcterms:W3CDTF">2026-04-30T07:40:33Z</dcterms:modified>
</cp:coreProperties>
</file>